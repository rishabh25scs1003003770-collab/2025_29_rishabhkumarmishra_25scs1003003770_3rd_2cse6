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Lato"/>
      <ns0:bold ns1:id="rIdFont17"/>
      <ns0:regular ns1:id="rIdFont18"/>
    </ns0:embeddedFont>
    <ns0:embeddedFont>
      <ns0:font typeface="Poppins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42401459-90be-4082-9d45-0468e34c55b2.fntdata" /><ns0:Relationship Id="rIdFont18" Type="http://schemas.openxmlformats.org/officeDocument/2006/relationships/font" Target="fonts/21a82f10-594e-4f7d-acd0-d39cab66dca3.fntdata" /><ns0:Relationship Id="rIdFont19" Type="http://schemas.openxmlformats.org/officeDocument/2006/relationships/font" Target="fonts/433677d4-0e5d-4ec4-a79b-102eb02083d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9150" y="1979414"/>
            <a:ext cx="2266950" cy="276225"/>
          </a:xfrm>
          <a:prstGeom prst="roundRect">
            <a:avLst>
              <a:gd name="adj" fmla="val 13793"/>
            </a:avLst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2036564"/>
            <a:ext cx="2095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Lato"/>
              </a:rPr>
              <a:t>SIEMENS JOB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446139"/>
            <a:ext cx="6870858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0F172A"/>
                </a:solidFill>
                <a:latin typeface="Poppins"/>
              </a:rPr>
              <a:t>Internship Completion</a:t>
            </a:r>
            <a:r>
              <a:t>
</a:t>
            </a:r>
            <a:r>
              <a:rPr b="1" sz="4350" i="0" u="none">
                <a:solidFill>
                  <a:srgbClr val="0F172A"/>
                </a:solidFill>
                <a:latin typeface="Poppins"/>
              </a:rPr>
              <a:t>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859410"/>
            <a:ext cx="482203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Operations Industrial Engineer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669035"/>
            <a:ext cx="7596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Lato"/>
              </a:rPr>
              <a:t>Intern Candidate: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 Rishabh Mishra  | 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Platform: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 Forage  | 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Date: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 September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595562"/>
            <a:ext cx="11430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83110" y="2871787"/>
            <a:ext cx="622577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oppins"/>
              </a:rPr>
              <a:t>Program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757612"/>
            <a:ext cx="8334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Practical industrial engineering simulation focused on operational excellence, time study methodologies, and shop floor layout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81225"/>
            <a:ext cx="53340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90750"/>
            <a:ext cx="531495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Program Scope &amp;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181225"/>
            <a:ext cx="7000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Hands-On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609850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09850"/>
            <a:ext cx="523875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Simulated practical engineering challenges directly modeled after Siemens operational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238500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38500"/>
            <a:ext cx="523875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Focused on evaluating assembly line efficiency, bottleneck detection, and ergonomic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867150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867150"/>
            <a:ext cx="523875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Utilized standardized industrial engineering tools to propose data-backed plant enhancements.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495800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495800"/>
            <a:ext cx="523875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Issued and authenticated via Forage in collaboration with Siemens leadership.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386012"/>
            <a:ext cx="3492549" cy="3019425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386012"/>
            <a:ext cx="3492549" cy="3019425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386012"/>
            <a:ext cx="3492549" cy="3019425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681287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74" y="2681287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374" y="2681287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2824162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49" y="2824162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6249" y="2824162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Core Engineering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538537"/>
            <a:ext cx="193774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Time Studies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967162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Analyzed task durations and cycle times across operational steps to establish baseline time standards and line balancing.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3538537"/>
            <a:ext cx="253781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Layout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074" y="3967162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Designed and proposed facility layout modifications to streamline material flow and minimize transit inefficiencies.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3374" y="3538537"/>
            <a:ext cx="325040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Process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3374" y="3967162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Applied Lean manufacturing techniques to enhance workplace ergonomics and boost total production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1095375"/>
            <a:ext cx="542925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58007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Facility Layout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409700"/>
            <a:ext cx="712589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Strategic Shop Floor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838325"/>
            <a:ext cx="5524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The proposed layout modifications aimed to optimize the spatial arrangement of machinery, assembly stations, and raw material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466975"/>
            <a:ext cx="5524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Key outcomes included reduced worker travel distances, safer material handling paths, and improved ergonomic positioning for line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819400"/>
            <a:ext cx="53340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Key Program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81" y="3209925"/>
            <a:ext cx="6167437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09999"/>
                </a:solidFill>
                <a:latin typeface="Poppins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81" y="4352925"/>
            <a:ext cx="6167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Lato"/>
              </a:rPr>
              <a:t>Modules Successfully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3850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088"/>
                </a:solidFill>
                <a:latin typeface="Poppins"/>
              </a:rPr>
              <a:t>Operational Proficiency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667125"/>
            <a:ext cx="5429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Successfully verified competency in conducting rigorous industrial time measurements and presenting layout transformation plans suitable for high-tech manufacturing environments like Siemens.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719387"/>
            <a:ext cx="209550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43287"/>
            <a:ext cx="18097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910012"/>
            <a:ext cx="238125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633912"/>
            <a:ext cx="161925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Key Learnings &amp;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2705100"/>
            <a:ext cx="919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Cycle Time Measurement: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Learned standard work timing techniques to eliminate non-value-added activities (Muda) on the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3429000"/>
            <a:ext cx="10429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Material Flow Streamlining: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Mapped assembly pathing to identify congestion points and reduce part transfer lag.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3895725"/>
            <a:ext cx="919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Ergonomic &amp; Safety Standards: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Ensured proposed shop floor modifications adhere to industrial health and safety standards.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4619625"/>
            <a:ext cx="10429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Executive Presentation: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Synthesized technical findings into structured engineering proposals for management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966912"/>
            <a:ext cx="11049000" cy="38576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533650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0659" y="2533650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076575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0659" y="3076575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619500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0659" y="3619500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162425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40659" y="4162425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714875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0659" y="4714875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5267325"/>
            <a:ext cx="44596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0659" y="5267325"/>
            <a:ext cx="657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81025" y="1976437"/>
          <a:ext cx="11029949" cy="3838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459634"/>
                <a:gridCol w="6570315"/>
              </a:tblGrid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Verification Information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Candidate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Rishabh Mishra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Simulation Title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Operations Industrial Engineer Job Simulation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Issuer &amp;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Forage | Siemens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Enrolment Verification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6aaf8ccd8b93e7892aecbfe4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3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User Verification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6aaf8c43d1b8813a4b4121df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37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Authorized Signatory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Tom Brunskill (Co-Founder of Forage)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Credential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14650" y="2409825"/>
            <a:ext cx="63627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404812" y="476250"/>
            <a:ext cx="130016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1647825"/>
            <a:ext cx="130016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7437" y="2524125"/>
            <a:ext cx="7477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5088"/>
                </a:solidFill>
                <a:latin typeface="Lato"/>
              </a:rPr>
              <a:t>Verified Certificate ID: 6aaf8ccd8b93e7892aecbfe4 | Siemens &amp; Forage (2026)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432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1837"/>
            <a:ext cx="857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29087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186112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https://images.sw.cdn.siemens.com/siemens-disw-assets/public/36Bh23LztCPIyYaOJUfL27/en-US/Car-Factory-3D-Concept-Automated-Robot-Arm-Assembly-Line-Manufacturing_v2.jpg?auto=format%2Ccompress&amp;w=2560&amp;h=1440&amp;fit=crop&amp;crop=faces%2Cedges&amp;q=60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605212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www.siemens.com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136231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https://assets.st-note.com/production/uploads/images/273113550/rectangle_large_type_2_28fd227c3575a565976453f510050fe6.png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4369593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note.com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